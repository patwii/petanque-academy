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Velkommen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Introduktion til mentalt spil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For Elite Petanque-spillere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 dag vil du opdage: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🧠 Sådan skaber du de rette betingelser for &amp;quot;zonen&amp;quot;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💪 Sådan dæmper du din indre kritiker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🎪 Praktiske værktøjer, der fungerer under pres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Gør dig klar til en interaktiv session!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Hurtig afstemning - Ræk hånden op! 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Hvem har oplevet dette?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Ræk hånden op, hvis du nogensinde har: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Lavede du et perfekt skud i træningen... og så missede du det i konkurrencen? 🎯❌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Følte du, at dine tanker løb rundt, da du havde brug for at bevare roen? 🧠💨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Kritiserede du dig selv efter en fejl? 😤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4. Har du haft et spil, hvor alt bare &amp;quot;klikkede&amp;quot;? ✨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Du er ikke alene! Lad os løse dette sammen.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Elitespillerparadokset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Du har allerede færdighederne ... så hvorfor?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✅ Du HAR: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Fremragende teknik (tusindvis af timer)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Årelang erfaring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Fysisk evne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❌ Men du KÆMPER med: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Adgang til den teknik under pres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At forblive konsekvent i konkurrencen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Kom tilbage efter fejltagelser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Zonen - Du kender den følelse! 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Husker du det perfekte spil?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Alt føltes: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⏱️ Tiden gik langsommere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🎯 Ubesværet og automatisk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🧘 Fuldstændig fokuseret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🎪 Som om du ikke kunne gå glip af det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Det er &amp;quot;Zonen&amp;quot; (Flowtilstand)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Spørgsmålet: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Hvordan får vi adgang til det konsekvent, ikke bare ved et uheld?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Din hjerne har to tilstande 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🤔 PLANLÆGNINGSTILSTAND (Analytisk hjerne)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Hvornår skal det bruges: FØR indsprøjtningen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📊 Analyse af terrænet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🎯 Valg af din strategi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⚖️ Afvejning af risici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🤝 Beslutter skuddet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UDFØRELSESTILSTAND (Flow Brain)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Hvornår skal det bruges: UNDER indsprøjtningen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💪 Stol på din krop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Kontakten - Dit hemmelige våben 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Mestre denne ene færdighed: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BEFORE the shot:          DURING the shot: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🤔 Planning Mode    →     🎯 Execution Mode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Processen: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FØR (10-15 sekunder):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🤔 Analyser alt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📊 Planlæg din strategi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AKTIVITET - Prøv det nu!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Lad os øve os på at skifte (2 minutter)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Alle sammen, stå op!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Planlægningstilstand (10 sek.):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Forestil dig at analysere et skud. Tænk på terræn, strategi og risici.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Switchen (3 åndedrag):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Tag 3 dybe indåndinger. Ryd dine tanker med hver udånding.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Udførelsestilstand (3 sek.):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Forestil dig at kaste. Ingen tænkning. Bare tillid og flow.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Hvordan føltes det? Anderledes?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Mød din indre kritiker 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Lyder denne stemme bekendt?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Efter et dårligt skud: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💢 &amp;quot;Det var FORFÆRDELIGT!&amp;quot;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😤 &amp;quot;Du laver ALTID fejl under pres!&amp;quot;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😰 &amp;quot;Alle ser dig fejle!&amp;quot;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😞 &amp;quot;Du er bare ikke god nok!&amp;quot;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Hurtig afstemning: 🙋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Hvem hører denne stemme regelmæssigt?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Sandheden: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Fyr din kritiker, ansæt din coach! 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Transformationen: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😈 Indre kritiker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➡️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😊 Indre coach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&amp;quot;Du laver ALTID fejl!&amp;quot;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&amp;quot;Jeg har taget dette billede 1000 gange før&amp;quot;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&amp;quot;Det var FORFÆRDELIGT!&amp;quot;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&amp;quot;Hvad kan jeg lære af det her?&amp;quot;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&amp;quot;Alle dømmer dig!&amp;quot;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&amp;quot;Fokuser på MIT spil, ikke deres meninger&amp;quot;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&amp;quot;Du er ikke god nok!&amp;quot;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&amp;quot;Jeg bliver bedre hver dag&amp;quot;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Virkningen: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Kriticus = Angst, spænding, dårlig præstation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Træner = Selvtillid, afslapning, toppræstation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AKTIVITET - Omformuler din kritiker!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Partnerøvelse (3 minutter)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Vend dig mod personen ved siden af dig: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Person A (1,5 min):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Del én ting, din indre kritiker siger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Partner hjælper dig med at omformulere det som Indre Coach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3. Skriv den nye sætning ned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Person B (1,5 min):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Samme proces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Del dine tanker om den indre kritiker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Værktøj 1 - Nulstilling af 3 åndedræt 🌬️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Din nødtryksventil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Brug dette når: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😤 Du har lige lavet en fejl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😰 Du føler presset vokse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🤯 Dine tanker kører på løb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Processen: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🌬️ INDÅNDING 1 (Indånd 4 sek.):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Læg mærke til, hvor du føler spænding (skuldre? kæbe? mave?)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🌬️ 2 ÅNDEDRÆT (Udånd i 6 sekunder):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- Prøv det alle sammen! 🌬️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3-åndedrætsnulstillingsøvelse (1 minut)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Alle sammen lukker øjnene...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Åndedræt 1: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Træk vejret ind i 4 sekunder... Hvor føler du spænding?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Åndedræt 2: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Påvirkning i 6 sekunder... Lad det gå...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Åndedræt 3: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Ind for 4, ud for 6... Kun i nuet...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Åbn dine øjne. Hvordan har du det?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Værktøj nr. 2 - Din rutine før optagelse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Opbyg automatisk konsistens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4-trinsrutinen: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VISUALISER (3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Se det perfekte billede for dig. Se det lande præcis der, hvor du ønsker.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TRÆK ÅND (2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En dyb indånding. Skift fra planlægnings- til udførelsestilstand.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ANKER (2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Rør ved din kugle. Føl vægten. Fysisk forbindelse.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UDFØR (2 sekunder)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Værktøj 3 - Protokol til fejlretning 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Dårlig chance? Her er din 4-trins gendannelse: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BEKRÆFT (2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&amp;quot;Det gik ikke som planlagt.&amp;quot; (Ingen fordømmelse, kun fakta)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SLIP (3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Fysisk nulstilling: Ryst dine hænder, rul med skuldrene, gå 3 skridt.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REFOKUSER (3 sekunder)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&amp;quot;Næste skud er en NY mulighed.&amp;quot; (Ikke relateret til den sidste)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UDFØR (Brug din rutine)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Stol på din rutine før indsprøjtning. En frisk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ÆRLIG SNAK - Hvad stopper dig?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Gruppediskussion (5 minutter)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Lad os høre fra dig: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Spørgsmål 1: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&amp;quot;Hvornår føler du dig MEST i flow? Hvilke forhold hjælper?&amp;quot;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Spørgsmål 2: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&amp;quot;Hvad er din største mentale udfordring i konkurrencer?&amp;quot;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Spørgsmål 3: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&amp;quot;Hvilket af disse værktøjer giver mest genklang hos dig?&amp;quot;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- 3-åndedrætsnulstilling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Din handlingsplan - Vælg ÉN!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Denne uges udfordring: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Vælg KUN ÉN teknik at øve dig på: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Mulighed A: 🌬️ 3-Årdrætsnulstilling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Brug efter HVER fejl i træningen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Mulighed B: 🎯 Rutine før optagelse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Samme 4-trins rutine på HVERT kast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Mulighed C: 💬 Indre Coach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Omformuler ÉN kritisk tanke pr. session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Mulighed D: 🔄 Tilstandsskift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Følg dine fremskridt 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Hvad skal man bemærke i denne uge: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🎯 Flow-øjeblikke: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Hvornår følte du dig &amp;quot;i zonen&amp;quot;?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Hvilken tid på dagen?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Hvilken type skud?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Hvad hjalp dig med at nå dertil?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💪 Teknik succes: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Hvilket værktøj virkede bedst?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Hvornår brugte du den?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Fortsæt din rejse 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Gratis ressourcer på carreau.app: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📚 Dybdegående undersøgelser: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Zonen - Master flowtilstande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Mental styrke - Avanceret preshåndtering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Teamdynamik - Kommunikation og tillid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Mindfulness - Fokus i nuet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🛠️ Praktiske værktøjer: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Målskabelon - Strukturer din udvikling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Skabelon til dagbog - Spor daglige fremskridt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 4 store idéer 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Tag disse med hjem: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Flow er en FÆRDIGHED, ikke held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Du kan lære at få adgang til det efter behov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Din indre stemme FORMER din præstation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Træn dig selv, kritiser ikke dig selv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Enkle værktøjer ARBEJDER under pres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 åndedrag. En rutine. En nulstilling. Det er det.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Øvelse gør varig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Mentale færdigheder kræver træning ligesom tekniske færdigheder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Spørgsmål? Lad os snakke!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Åben diskussion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Hvilke spørgsmål har du?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Hvilke oplevelser vil du dele?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Hvilke udfordringer står du over for?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Hvad vil du prøve først?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Dette er DIN session. Lad os gøre den værdifuld for DIG.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Din udfordring 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Denne uges mission: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1️⃣ Vælg ET værktøj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(3-åndedrætsnulstilling, rutine før skud, indre træner eller tilstandsskift)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2️⃣ Øv det HVER session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(Konsistens overgår intensitet)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3️⃣ Bemærk hvilke ændringer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(Spor dine fremskridt)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4️⃣ Del dine resultater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(Med dine træningspartnere eller på carreau.app)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9144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Tak! 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Du har styr på det!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Hvad du lærte i dag: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Sådan får du adgang til flowtilstande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Sådan håndterer du din indre kritiker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Praktiske værktøjer, der fungerer under pres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- ✅ En klar handlingsplan for denne uge</a:t>
            </a:r>
          </a:p>
          <a:p>
            <a:pPr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Næste trin: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1. Vælg din ENE teknik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400"/>
              </a:spcAft>
              <a:defRPr sz="1500">
                <a:solidFill>
                  <a:srgbClr val="2C3E50"/>
                </a:solidFill>
              </a:defRPr>
            </a:pPr>
            <a:r>
              <a:t>2. Øv det konsekvent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Pétanque Academy • carreau.app • Elite Player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