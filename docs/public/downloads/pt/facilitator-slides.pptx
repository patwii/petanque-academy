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9144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Boas-vindas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🎯 Introdução ao Jogo Mental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Para jogadores de elite de petanca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Hoje você descobrirá: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🧠 Como criar as condições ideais para &amp;quot;entrar na zona&amp;quot;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💪 Como silenciar seu crítico interno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🎪 Ferramentas práticas que funcionam sob pressão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Prepare-se para uma sessão interativa!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Pétanque Academy • carreau.app • Elite Player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9144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Enquete rápida - Levantem as mãos! 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Quem já passou por isso?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Levante a mão se você já: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1. Acertou um arremesso perfeito no treino... e errou na competição? 🎯❌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2. Já sentiu sua mente acelerada quando precisava se acalmar? 🧠💨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3. Você se criticou depois de cometer um erro? 😤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4. Teve um jogo em que tudo simplesmente &amp;quot;se encaixou&amp;quot;? ✨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Você não está sozinho! Vamos resolver isso juntos.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Pétanque Academy • carreau.app • Elite Player Development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9144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O Paradoxo do Jogador de Elite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Você já possui as habilidades... então por quê?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✅ Você TEM: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Excelente técnica (milhares de horas)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Anos de experiência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Capacidade física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❌ Mas você TEM DIFICULDADES com: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Acessar essa técnica sob pressão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Manter a consistência na competição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Recuperar-se após erros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Pétanque Academy • carreau.app • Elite Player Development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9144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 Zona - Você conhece essa sensação! ⚡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Lembra daquele jogo perfeito?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Senti tudo: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⏱️ O tempo desacelerou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🎯 Sem esforço e automático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🧘 Totalmente concentrado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🎪 Como se você não pudesse perder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Isso é &amp;quot;Estado de Fluxo&amp;quot; (Flow State).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A pergunta: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Como podemos acessá-lo de forma consistente, e não apenas por acidente?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Pétanque Academy • carreau.app • Elite Player Development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9144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Seu cérebro tem dois modos 🧠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🤔 MODO DE PLANEJAMENTO (Cérebro Analítico)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Quando usar: ANTES da injeção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📊 Analisando o terreno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🎯 Escolhendo sua estratégia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⚖️ Avaliando os riscos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🤝 Decidindo a foto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🎯 MODO DE EXECUÇÃO (Flow Brain)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Quando usar: DURANTE a sessão de fotos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💪 Confie no seu corpo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Pétanque Academy • carreau.app • Elite Player Development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9144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 Troca - Sua Arma Secreta 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Domine esta habilidade: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BEFORE the shot:          DURING the shot: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🤔 Planning Mode    →     🎯 Execution Mode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O processo: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1️⃣ ANTES (10-15 segundos):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🤔 Analise tudo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📊 Planeje sua estratégia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Pétanque Academy • carreau.app • Elite Player Development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9144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ATIVIDADE - Experimente agora! 🎯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Vamos praticar a troca (2 minutos)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Todos de pé!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1. Modo de Planejamento (10 segundos):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Imagine que você está analisando um lance. Pense no terreno, na estratégia, nos riscos.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2. A Troca (3 respirações):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Respire fundo três vezes. A cada expiração, esvazie a mente.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3. Modo de Execução (3 segundos):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Imagine arremessar. Sem pensar. Apenas confiar e deixar fluir.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Como foi a sensação? Diferente?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Pétanque Academy • carreau.app • Elite Player Development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9144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Conheça seu crítico interior 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Essa voz lhe parece familiar?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Após uma foto ruim: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💢 &amp;quot;Isso foi TERRÍVEL!&amp;quot;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😤 &amp;quot;Você SEMPRE estraga tudo sob pressão!&amp;quot;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😰 &amp;quot;Todo mundo está te observando fracassar!&amp;quot;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😞 &amp;quot;Você simplesmente não é bom o suficiente!&amp;quot;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Enquete rápida: 🙋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Quem ouve essa voz regularmente?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A verdade: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Pétanque Academy • carreau.app • Elite Player Development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9144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Demita seu crítico, contrate seu mentor! 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A Transformação: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7680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😈 Crítico Interior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➡️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😊 Coach Interior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&amp;quot;Você SEMPRE estraga tudo!&amp;quot;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→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&amp;quot;Já fiz essa jogada mil vezes antes&amp;quot;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&amp;quot;Isso foi TERRÍVEL!&amp;quot;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&amp;quot;O que posso aprender com isso?&amp;quot;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&amp;quot;Todos estão te julgando!&amp;quot;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→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&amp;quot;Foque no MEU jogo, não na opinião deles&amp;quot;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&amp;quot;Você não é bom o suficiente!&amp;quot;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&amp;quot;Estou melhorando a cada dia&amp;quot;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O impacto: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Crítica = Ansiedade, tensão, baixo desempenho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0352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Coach = Confiança, relaxamento, desempenho máximo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Pétanque Academy • carreau.app • Elite Player Development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9144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ATIVIDADE - Reformule sua crítica! 💬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Exercício em dupla (3 minutos)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Vire-se para a pessoa ao seu lado: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Pessoa A (1,5 min):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1. Compartilhe uma coisa que seu crítico interno diz.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2. O parceiro ajuda você a reformular isso como um Coach Interior.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3. Anote a nova frase.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Pessoa B (1,5 min):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1. Mesmo processo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2. Compartilhe sua reflexão sobre o crítico interno.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Pétanque Academy • carreau.app • Elite Player Development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9144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Ferramenta nº 1 - A Reinicialização em 3 Respirações 🌬️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Sua válvula de alívio de pressão de emergência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Use isto quando: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😤 Você acabou de cometer um erro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😰 Você sente a pressão aumentando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🤯 Sua mente está a mil por hora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O processo: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🌬️ RESPIRAÇÃO 1 (Inspire por 4 segundos):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Observe onde você sente tensão (ombros? mandíbula? estômago?).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🌬️ RESPIRAÇÃO 2 (Expire por 6 segundos):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Pétanque Academy • carreau.app • Elite Player Development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9144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DEMONSTRAÇÃO - Experimentem! 🌬️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Prática de reinicialização em 3 respirações (1 minuto)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Fechem os olhos, por favor...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Respiração 1: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Inspire por 4 segundos... Onde você sente tensão?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Respiração 2: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Expire por 6 segundos... Deixe ir...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Respiração 3: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Entra em 4, sai em 6... Apenas no momento presente...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Abra os olhos. Como você se sente?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Pétanque Academy • carreau.app • Elite Player Development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9144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Ferramenta nº 2 - Sua rotina pré-gravação 🎯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Criar consistência automática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A rotina de 4 etapas: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1️⃣ VISUALIZE (3 segundos)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Visualize a tacada perfeita em sua mente. Veja a bola aterrissar exatamente onde você quer.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2️⃣ RESPIRE (2 segundos)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Respire fundo. Mude do modo de planejamento para o modo de execução.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3️⃣ ÂNCORA (2 segundos)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Toque na sua bola de bocha. Sinta o peso. Conexão física.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4️⃣ EXECUTAR (2 segundos)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Pétanque Academy • carreau.app • Elite Player Development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9144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Ferramenta nº 3 - Protocolo de Recuperação de Erros 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Tirou uma bola ruim? Aqui está sua recuperação em 4 etapas: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1️⃣ CONFIRMAR (2 segundos)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&amp;quot;Isso não saiu como planejado.&amp;quot; (Sem julgamentos, apenas um fato)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2️⃣ LIBERAR (3 segundos)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Reinicialização física: Sacuda as mãos, gire os ombros, dê 3 passos.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3️⃣ REFOCAR (3 segundos)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&amp;quot;A próxima jogada é uma NOVA oportunidade.&amp;quot; (Não relacionada à anterior)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4️⃣ EXECUTE (Use sua rotina)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Confie na sua rotina pré-injeção. Recomeço.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Pétanque Academy • carreau.app • Elite Player Development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9144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PAPO RETO - O que te impede? 💬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Discussão em grupo (5 minutos)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Gostaria de ouvir a sua opinião: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Questão 1: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&amp;quot;Quando você se sente MAIS em estado de fluxo? Quais condições ajudam?&amp;quot;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Questão 2: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&amp;quot;Qual é o seu maior desafio mental em uma competição?&amp;quot;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Questão 3: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&amp;quot;Qual dessas ferramentas mais lhe agrada?&amp;quot;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Reinício em 3 respirações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Pétanque Academy • carreau.app • Elite Player Development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9144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Seu Plano de Ação - Escolha UM! ✅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Desafio desta semana: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Escolha APENAS UMA técnica para praticar: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Opção A: 🌬️ Reinicialização em 3 respirações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Use após CADA erro no treinamento.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Opção B: 🎯 Rotina pré-gravação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A mesma rotina de 4 passos em TODOS os arremessos.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Opção C: 💬 Coach Interior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Reformule UM pensamento crítico por sessão.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Opção D: 🔄 Troca de Modo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Pétanque Academy • carreau.app • Elite Player Development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9144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Acompanhe seu progresso 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O que observar esta semana: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🎯 Momentos de Fluxo: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Quando você se sentiu &amp;quot;no auge da concentração&amp;quot;?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Que horas do dia?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Que tipo de foto?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O que te ajudou a chegar lá?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💪 Sucesso da técnica: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Qual ferramenta funcionou melhor?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Quando você o utilizou?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Pétanque Academy • carreau.app • Elite Player Development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9144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Continue sua jornada 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Recursos gratuitos em carreau.app: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📚 Análises Detalhadas: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A Zona - Domine os estados de fluxo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Força Mental - Gestão avançada da pressão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Dinâmica de Equipe - Comunicação e confiança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Atenção plena - Foco no momento presente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🛠️ Ferramentas práticas: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Modelo de Metas - Estruture seu desenvolvimento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Modelo de Diário - Acompanhe seu progresso diário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Pétanque Academy • carreau.app • Elite Player Development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9144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As 4 Grandes Ideias 💡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Leve isto para casa: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1️⃣ Flow é uma HABILIDADE, não sorte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Você pode aprender a acessá-lo sob demanda.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2️⃣ Sua voz interior MOLDA sua performance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Seja seu próprio orientador, não se critique.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3️⃣ Ferramentas simples FUNCIONAM sob pressão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Três respirações. Uma rotina. Um recomeço. Só isso.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4️⃣ A prática leva à perfeição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As habilidades mentais precisam de treinamento, assim como as habilidades técnicas.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Pétanque Academy • carreau.app • Elite Player Development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9144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Perguntas? Vamos conversar! 💬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Discussão aberta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Quais são as suas perguntas?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Que experiências você gostaria de compartilhar?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Quais são os desafios que você está enfrentando?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O que você vai experimentar primeiro?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Esta sessão é SUA. Vamos torná-la valiosa para VOCÊ.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Pétanque Academy • carreau.app • Elite Player Development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9144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Seu Desafio 🎯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Missão desta semana: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1️⃣ Escolha UMA ferramenta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(Reinicialização em 3 respirações, rotina pré-injeção, treinador interno ou troca de modo)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2️⃣ Pratique isso em TODAS as sessões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(A consistência supera a intensidade)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3️⃣ Observe as mudanças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(Acompanhe seu progresso)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4️⃣ Compartilhe seus resultados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(Com seus parceiros de treino ou no aplicativo carreau.app)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Pétanque Academy • carreau.app • Elite Player Development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9144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Obrigado! 🙏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Você consegue!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O que você aprendeu hoje: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✅ Como acessar estados de fluxo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✅ Como lidar com sua autocrítica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✅ Ferramentas práticas que funcionam sob pressão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✅ Um plano de ação claro para esta semana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Próximos passos: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1. Escolha a sua técnica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2. Pratique isso consistentemente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Pétanque Academy • carreau.app • Elite Player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